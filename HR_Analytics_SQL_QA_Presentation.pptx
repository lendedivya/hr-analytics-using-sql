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HR Analytics using 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 &amp; Answers</a:t>
            </a:r>
          </a:p>
          <a:p>
            <a:r>
              <a:t>Using MySQL</a:t>
            </a:r>
          </a:p>
          <a:p/>
          <a:p>
            <a:r>
              <a:t>Divya Lende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Q1: Highest Experienced Employee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Who is the highest experienced employee?</a:t>
            </a:r>
          </a:p>
          <a:p/>
          <a:p>
            <a:r>
              <a:t>Answer:</a:t>
            </a:r>
          </a:p>
          <a:p>
            <a:r>
              <a:t>We use MAX(time_spend_company) to find the highest experience.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Q2: Highest Experience Department-wise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department has the most experienced employees?</a:t>
            </a:r>
          </a:p>
          <a:p/>
          <a:p>
            <a:r>
              <a:t>Answer:</a:t>
            </a:r>
          </a:p>
          <a:p>
            <a:r>
              <a:t>Using GROUP BY dept with MAX(time_spend_company).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Q3: Highest Salary Department-wise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departments offer higher salaries?</a:t>
            </a:r>
          </a:p>
          <a:p/>
          <a:p>
            <a:r>
              <a:t>Answer:</a:t>
            </a:r>
          </a:p>
          <a:p>
            <a:r>
              <a:t>Grouped salary levels (low, medium, high) department-wise.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Q4: Satisfaction Level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What is the highest and lowest satisfaction level per department?</a:t>
            </a:r>
          </a:p>
          <a:p/>
          <a:p>
            <a:r>
              <a:t>Answer:</a:t>
            </a:r>
          </a:p>
          <a:p>
            <a:r>
              <a:t>Used MAX() and MIN() on satisfactoryLevel.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Q5: Department-wise Low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departments have more low-salary employees?</a:t>
            </a:r>
          </a:p>
          <a:p/>
          <a:p>
            <a:r>
              <a:t>Answer:</a:t>
            </a:r>
          </a:p>
          <a:p>
            <a:r>
              <a:t>Filtered salary = 'low' and grouped by dept.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Q6: Department-wise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many projects do employees handle per department?</a:t>
            </a:r>
          </a:p>
          <a:p/>
          <a:p>
            <a:r>
              <a:t>Answer:</a:t>
            </a:r>
          </a:p>
          <a:p>
            <a:r>
              <a:t>Calculated AVG(numberOfProjects) department-wise.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Q7: Department-wise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is performance distributed across departments?</a:t>
            </a:r>
          </a:p>
          <a:p/>
          <a:p>
            <a:r>
              <a:t>Answer:</a:t>
            </a:r>
          </a:p>
          <a:p>
            <a:r>
              <a:t>Used AVG(lastEvaluation) grouped by department.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Q8: Department-wise Attrition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Which departments have higher attrition?</a:t>
            </a:r>
          </a:p>
          <a:p/>
          <a:p>
            <a:r>
              <a:t>Answer:</a:t>
            </a:r>
          </a:p>
          <a:p>
            <a:r>
              <a:t>Filtered `left` = 1 and grouped by dept.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Q9: Projects vs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Does project workload affect salary?</a:t>
            </a:r>
          </a:p>
          <a:p/>
          <a:p>
            <a:r>
              <a:t>Answer:</a:t>
            </a:r>
          </a:p>
          <a:p>
            <a:r>
              <a:t>Analyzed numberOfProjects vs salary using GROUP BY.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Q10: Projects vs Attrition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Does workload affect employee exit?</a:t>
            </a:r>
          </a:p>
          <a:p/>
          <a:p>
            <a:r>
              <a:t>Answer:</a:t>
            </a:r>
          </a:p>
          <a:p>
            <a:r>
              <a:t>Compared numberOfProjects with `left` status.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Q11: Satisfaction vs Projects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How does workload impact satisfaction?</a:t>
            </a:r>
          </a:p>
          <a:p/>
          <a:p>
            <a:r>
              <a:t>Answer:</a:t>
            </a:r>
          </a:p>
          <a:p>
            <a:r>
              <a:t>Used AVG(satisfactoryLevel) vs numberOfProjects.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Q12: Promotion vs Salary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Question:</a:t>
            </a:r>
          </a:p>
          <a:p>
            <a:r>
              <a:t>Does promotion impact salary level?</a:t>
            </a:r>
          </a:p>
          <a:p/>
          <a:p>
            <a:r>
              <a:t>Answer:</a:t>
            </a:r>
          </a:p>
          <a:p>
            <a:r>
              <a:t>Analyzed promotionInLast5years vs salary.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demonstrates:</a:t>
            </a:r>
          </a:p>
          <a:p>
            <a:r>
              <a:t>• Strong SQL skills</a:t>
            </a:r>
          </a:p>
          <a:p>
            <a:r>
              <a:t>• HR analytics understanding</a:t>
            </a:r>
          </a:p>
          <a:p>
            <a:r>
              <a:t>• Data-driven insights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Divya Lende</a:t>
            </a:r>
          </a:p>
          <a:p>
            <a:r>
              <a:t>Aspiring Data Analyst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